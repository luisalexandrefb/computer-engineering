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3"/>
  </p:notesMasterIdLst>
  <p:sldIdLst>
    <p:sldId id="256" r:id="rId2"/>
    <p:sldId id="257" r:id="rId3"/>
    <p:sldId id="268" r:id="rId4"/>
    <p:sldId id="269" r:id="rId5"/>
    <p:sldId id="267" r:id="rId6"/>
    <p:sldId id="258" r:id="rId7"/>
    <p:sldId id="264" r:id="rId8"/>
    <p:sldId id="259" r:id="rId9"/>
    <p:sldId id="271" r:id="rId10"/>
    <p:sldId id="272" r:id="rId11"/>
    <p:sldId id="261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F54D6-6EBF-4E0D-88C2-B86CCB22B849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D1FA7-0D8A-4E62-A185-C63D2582DE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99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D1FA7-0D8A-4E62-A185-C63D2582DEB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93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10/02/2017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429" y="908720"/>
            <a:ext cx="9144000" cy="792089"/>
          </a:xfrm>
        </p:spPr>
        <p:txBody>
          <a:bodyPr>
            <a:normAutofit/>
          </a:bodyPr>
          <a:lstStyle/>
          <a:p>
            <a:pPr algn="ctr"/>
            <a:r>
              <a:rPr lang="pt-BR" sz="4400" b="1" dirty="0" smtClean="0"/>
              <a:t>Aplicações de Flip-Flops</a:t>
            </a:r>
            <a:endParaRPr lang="pt-BR" sz="4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44000" cy="2160240"/>
          </a:xfrm>
        </p:spPr>
        <p:txBody>
          <a:bodyPr>
            <a:normAutofit/>
          </a:bodyPr>
          <a:lstStyle/>
          <a:p>
            <a:pPr algn="ctr"/>
            <a:r>
              <a:rPr lang="pt-BR" sz="2800" dirty="0" smtClean="0">
                <a:solidFill>
                  <a:schemeClr val="tx1"/>
                </a:solidFill>
              </a:rPr>
              <a:t>Afonso </a:t>
            </a:r>
            <a:r>
              <a:rPr lang="pt-BR" sz="2800" dirty="0" smtClean="0">
                <a:solidFill>
                  <a:schemeClr val="tx1"/>
                </a:solidFill>
              </a:rPr>
              <a:t>Matheus Abílio Santos¹</a:t>
            </a:r>
          </a:p>
          <a:p>
            <a:pPr algn="ctr"/>
            <a:r>
              <a:rPr lang="pt-BR" sz="2800" dirty="0" err="1" smtClean="0">
                <a:solidFill>
                  <a:schemeClr val="tx1"/>
                </a:solidFill>
              </a:rPr>
              <a:t>Luis</a:t>
            </a:r>
            <a:r>
              <a:rPr lang="pt-BR" sz="2800" dirty="0" smtClean="0">
                <a:solidFill>
                  <a:schemeClr val="tx1"/>
                </a:solidFill>
              </a:rPr>
              <a:t> Alexandre Ferreira Bueno¹</a:t>
            </a:r>
          </a:p>
          <a:p>
            <a:pPr algn="ctr"/>
            <a:r>
              <a:rPr lang="pt-BR" sz="2800" dirty="0" smtClean="0">
                <a:solidFill>
                  <a:schemeClr val="tx1"/>
                </a:solidFill>
              </a:rPr>
              <a:t>Matheus Marques de Oliveira Neves¹</a:t>
            </a:r>
          </a:p>
          <a:p>
            <a:pPr algn="ctr"/>
            <a:r>
              <a:rPr lang="pt-BR" sz="2800" dirty="0" smtClean="0">
                <a:solidFill>
                  <a:schemeClr val="tx1"/>
                </a:solidFill>
              </a:rPr>
              <a:t>Vitor Bruno de Oliveira Barth¹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645002" y="4653136"/>
            <a:ext cx="6527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1- Instituto Federal de Educação, Ciência e Tecnologia do Mato Grosso </a:t>
            </a:r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411760" y="5969909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Cuiabá, MT – 10/02/2017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576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Aplicação em Memória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757064"/>
          </a:xfrm>
        </p:spPr>
        <p:txBody>
          <a:bodyPr/>
          <a:lstStyle/>
          <a:p>
            <a:pPr marL="82296" indent="0">
              <a:buNone/>
            </a:pPr>
            <a:r>
              <a:rPr lang="pt-BR" dirty="0" smtClean="0"/>
              <a:t>Exemplo de memória de 4 bits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7" y="2414587"/>
            <a:ext cx="53816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l="35611" t="15548" r="14027" b="47046"/>
          <a:stretch/>
        </p:blipFill>
        <p:spPr>
          <a:xfrm>
            <a:off x="2483768" y="4121732"/>
            <a:ext cx="6552728" cy="273630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261" y="2492896"/>
            <a:ext cx="6918255" cy="222656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Aplicação em Transferência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20504"/>
            <a:ext cx="7498080" cy="1333128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pt-BR" sz="2800" dirty="0" smtClean="0"/>
              <a:t>Tipos de transferência de dados:</a:t>
            </a:r>
          </a:p>
          <a:p>
            <a:pPr marL="82296" indent="0">
              <a:buNone/>
            </a:pPr>
            <a:r>
              <a:rPr lang="pt-BR" sz="2800" dirty="0" smtClean="0"/>
              <a:t>	- Transferência serial de dados</a:t>
            </a:r>
          </a:p>
          <a:p>
            <a:pPr marL="82296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57640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rfwireless-world.com/images/serial-transmission-vs-parallel-transmission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9" b="42758"/>
          <a:stretch/>
        </p:blipFill>
        <p:spPr bwMode="auto">
          <a:xfrm>
            <a:off x="4453072" y="2769705"/>
            <a:ext cx="4695340" cy="391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8" y="2661694"/>
            <a:ext cx="3600400" cy="413056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Aplicação em Transferência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333128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pt-BR" sz="2800" dirty="0" smtClean="0"/>
              <a:t>Tipos de transferência de dados:</a:t>
            </a:r>
          </a:p>
          <a:p>
            <a:pPr marL="82296" indent="0">
              <a:buNone/>
            </a:pPr>
            <a:r>
              <a:rPr lang="pt-BR" sz="2800" dirty="0" smtClean="0"/>
              <a:t>	- Transferência paralela de dados</a:t>
            </a:r>
          </a:p>
          <a:p>
            <a:pPr marL="82296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7327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Aplicação em Contadores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8679" y="1412776"/>
            <a:ext cx="7200800" cy="4569371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Tipos de Contadores Assíncronos:</a:t>
            </a:r>
          </a:p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800" dirty="0" smtClean="0"/>
              <a:t>- Contador de pulso</a:t>
            </a:r>
          </a:p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800" dirty="0" smtClean="0"/>
              <a:t>- Contador de década</a:t>
            </a:r>
          </a:p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800" dirty="0" smtClean="0"/>
              <a:t>- Contador de sequencial de 0 a n</a:t>
            </a:r>
          </a:p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800" dirty="0" smtClean="0"/>
              <a:t>- Contador de crescente/decrescente</a:t>
            </a:r>
          </a:p>
        </p:txBody>
      </p:sp>
    </p:spTree>
    <p:extLst>
      <p:ext uri="{BB962C8B-B14F-4D97-AF65-F5344CB8AC3E}">
        <p14:creationId xmlns:p14="http://schemas.microsoft.com/office/powerpoint/2010/main" val="158877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Aplicação em Contadores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26700" y="1412777"/>
            <a:ext cx="7200800" cy="1036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 smtClean="0"/>
              <a:t>Exemplos de contadores:</a:t>
            </a:r>
          </a:p>
          <a:p>
            <a:pPr marL="0" indent="0">
              <a:buNone/>
            </a:pPr>
            <a:r>
              <a:rPr lang="pt-BR" sz="2800" dirty="0"/>
              <a:t>	</a:t>
            </a:r>
            <a:r>
              <a:rPr lang="pt-BR" sz="2400" dirty="0" smtClean="0"/>
              <a:t>- Contador de pulso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130" y="2449459"/>
            <a:ext cx="4741141" cy="171982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434712" y="4169284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pt-BR" sz="2400" dirty="0" smtClean="0"/>
              <a:t>- Contador de década</a:t>
            </a:r>
            <a:endParaRPr lang="pt-BR" sz="24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583" y="4653136"/>
            <a:ext cx="4743271" cy="190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Aplicação em Contadores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798" y="2318952"/>
            <a:ext cx="5029159" cy="2406192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31640" y="1412776"/>
            <a:ext cx="7498080" cy="108012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pt-BR" sz="2800" dirty="0"/>
              <a:t>Exemplos de contadores</a:t>
            </a:r>
            <a:r>
              <a:rPr lang="pt-BR" sz="2800" dirty="0" smtClean="0"/>
              <a:t>:</a:t>
            </a:r>
          </a:p>
          <a:p>
            <a:pPr marL="82296" indent="0">
              <a:buNone/>
            </a:pPr>
            <a:r>
              <a:rPr lang="pt-BR" sz="2800" dirty="0"/>
              <a:t>	</a:t>
            </a:r>
            <a:r>
              <a:rPr lang="pt-BR" sz="2400" dirty="0" smtClean="0"/>
              <a:t>- Contador de sequencial de 0 a n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389" y="4725144"/>
            <a:ext cx="5747947" cy="202132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445999" y="4333213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	- Contador crescente/decrescente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9370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8280920" cy="1143000"/>
          </a:xfrm>
        </p:spPr>
        <p:txBody>
          <a:bodyPr>
            <a:noAutofit/>
          </a:bodyPr>
          <a:lstStyle/>
          <a:p>
            <a:r>
              <a:rPr lang="pt-BR" dirty="0" smtClean="0"/>
              <a:t>Aplicação em Divisão de Frequência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554560" y="1556792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Etapas da </a:t>
            </a:r>
            <a:r>
              <a:rPr lang="pt-BR" sz="2800" dirty="0" smtClean="0"/>
              <a:t>divisão com flip-flops</a:t>
            </a:r>
            <a:endParaRPr lang="pt-BR" sz="2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449" y="2703365"/>
            <a:ext cx="4355605" cy="144016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428" y="4437112"/>
            <a:ext cx="4019740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8280920" cy="1143000"/>
          </a:xfrm>
        </p:spPr>
        <p:txBody>
          <a:bodyPr>
            <a:noAutofit/>
          </a:bodyPr>
          <a:lstStyle/>
          <a:p>
            <a:r>
              <a:rPr lang="pt-BR" dirty="0" smtClean="0"/>
              <a:t>Aplicação em Divisão de Frequência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117104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pt-BR" sz="2800" dirty="0" smtClean="0"/>
              <a:t>Variações especificadas de divisão de frequência: </a:t>
            </a:r>
          </a:p>
          <a:p>
            <a:pPr marL="82296" indent="0">
              <a:buNone/>
            </a:pPr>
            <a:r>
              <a:rPr lang="pt-BR" sz="2800" dirty="0" smtClean="0"/>
              <a:t>	- 1/3 da frequência 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708920"/>
            <a:ext cx="546843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9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8280920" cy="1143000"/>
          </a:xfrm>
        </p:spPr>
        <p:txBody>
          <a:bodyPr>
            <a:noAutofit/>
          </a:bodyPr>
          <a:lstStyle/>
          <a:p>
            <a:r>
              <a:rPr lang="pt-BR" dirty="0" smtClean="0"/>
              <a:t>Aplicação em Divisão de Frequência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117104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pt-BR" sz="2800" dirty="0" smtClean="0"/>
              <a:t>Variações especificadas de divisão de frequência: </a:t>
            </a:r>
          </a:p>
          <a:p>
            <a:pPr marL="82296" indent="0">
              <a:buNone/>
            </a:pPr>
            <a:r>
              <a:rPr lang="pt-BR" sz="2800" dirty="0" smtClean="0"/>
              <a:t>	- 1/11 da frequência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0" y="2420888"/>
            <a:ext cx="4687803" cy="41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Solstí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156</TotalTime>
  <Words>130</Words>
  <Application>Microsoft Office PowerPoint</Application>
  <PresentationFormat>Apresentação na tela (4:3)</PresentationFormat>
  <Paragraphs>38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Verdana</vt:lpstr>
      <vt:lpstr>Wingdings 2</vt:lpstr>
      <vt:lpstr>Solstício</vt:lpstr>
      <vt:lpstr>Aplicações de Flip-Flops</vt:lpstr>
      <vt:lpstr>Aplicação em Memória</vt:lpstr>
      <vt:lpstr>Aplicação em Transferência de Dados</vt:lpstr>
      <vt:lpstr>Aplicação em Transferência de Dados</vt:lpstr>
      <vt:lpstr>Aplicação em Contadores</vt:lpstr>
      <vt:lpstr>Aplicação em Contadores</vt:lpstr>
      <vt:lpstr>Aplicação em Contadores</vt:lpstr>
      <vt:lpstr>Aplicação em Divisão de Frequência</vt:lpstr>
      <vt:lpstr>Aplicação em Divisão de Frequência</vt:lpstr>
      <vt:lpstr>Aplicação em Divisão de Frequência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Aplicações de Flip-Flops</dc:title>
  <dc:creator>Luis Alexandre Bueno</dc:creator>
  <cp:lastModifiedBy>Vitor Bruno de Oliveira Barth</cp:lastModifiedBy>
  <cp:revision>26</cp:revision>
  <dcterms:created xsi:type="dcterms:W3CDTF">2017-02-09T20:31:34Z</dcterms:created>
  <dcterms:modified xsi:type="dcterms:W3CDTF">2017-02-10T11:03:19Z</dcterms:modified>
</cp:coreProperties>
</file>